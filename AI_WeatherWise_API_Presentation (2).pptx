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MINI PROJECT  ·  DEPARTMENT OF BCA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WeatherWise API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Weather Information and Recommendation API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5212080" cy="530352"/>
          </a:xfrm>
          <a:prstGeom prst="roundRect">
            <a:avLst>
              <a:gd name="adj" fmla="val 12069"/>
            </a:avLst>
          </a:prstGeom>
          <a:solidFill>
            <a:srgbClr val="065A82">
              <a:alpha val="6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41605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Kruthi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43891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&amp; Project Developer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4114800"/>
            <a:ext cx="5212080" cy="530352"/>
          </a:xfrm>
          <a:prstGeom prst="roundRect">
            <a:avLst>
              <a:gd name="adj" fmla="val 12069"/>
            </a:avLst>
          </a:prstGeom>
          <a:solidFill>
            <a:srgbClr val="065A82">
              <a:alpha val="6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41605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 Darshini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43891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Editor &amp; Voice-over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809744"/>
            <a:ext cx="5212080" cy="530352"/>
          </a:xfrm>
          <a:prstGeom prst="roundRect">
            <a:avLst>
              <a:gd name="adj" fmla="val 12069"/>
            </a:avLst>
          </a:prstGeom>
          <a:solidFill>
            <a:srgbClr val="065A82">
              <a:alpha val="6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485546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Hemalatha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508406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4809744"/>
            <a:ext cx="5212080" cy="530352"/>
          </a:xfrm>
          <a:prstGeom prst="roundRect">
            <a:avLst>
              <a:gd name="adj" fmla="val 12069"/>
            </a:avLst>
          </a:prstGeom>
          <a:solidFill>
            <a:srgbClr val="065A82">
              <a:alpha val="65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088" y="485546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 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508406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 is a backend-based weather application that returns weather information for a requested city, enriched with AI-generated insights.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346704" cy="1828800"/>
          </a:xfrm>
          <a:prstGeom prst="roundRect">
            <a:avLst>
              <a:gd name="adj" fmla="val 5000"/>
            </a:avLst>
          </a:prstGeom>
          <a:solidFill>
            <a:srgbClr val="EAF4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7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integrates external weather and AI services into one backend.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23944" y="2468880"/>
            <a:ext cx="3346704" cy="1828800"/>
          </a:xfrm>
          <a:prstGeom prst="roundRect">
            <a:avLst>
              <a:gd name="adj" fmla="val 5000"/>
            </a:avLst>
          </a:prstGeom>
          <a:solidFill>
            <a:srgbClr val="EAF4FA"/>
          </a:solidFill>
          <a:ln/>
        </p:spPr>
      </p:sp>
      <p:sp>
        <p:nvSpPr>
          <p:cNvPr id="11" name="Shape 9"/>
          <p:cNvSpPr/>
          <p:nvPr/>
        </p:nvSpPr>
        <p:spPr>
          <a:xfrm>
            <a:off x="4352544" y="2697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52544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352544" y="338328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352544" y="370332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obtain live, real-time weather data for any requested city.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99248" y="2468880"/>
            <a:ext cx="3346704" cy="1828800"/>
          </a:xfrm>
          <a:prstGeom prst="roundRect">
            <a:avLst>
              <a:gd name="adj" fmla="val 5000"/>
            </a:avLst>
          </a:prstGeom>
          <a:solidFill>
            <a:srgbClr val="EA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27848" y="2697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27848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927848" y="338328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/ Gemini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927848" y="370332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AI-based weather insights, summaries and recommendations.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3346704" cy="1234440"/>
          </a:xfrm>
          <a:prstGeom prst="roundRect">
            <a:avLst>
              <a:gd name="adj" fmla="val 7407"/>
            </a:avLst>
          </a:prstGeom>
          <a:solidFill>
            <a:srgbClr val="EAF4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4709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☁︎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690872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276088"/>
            <a:ext cx="2962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cloud database connectivity and storing application data.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23944" y="4526280"/>
            <a:ext cx="3346704" cy="1234440"/>
          </a:xfrm>
          <a:prstGeom prst="roundRect">
            <a:avLst>
              <a:gd name="adj" fmla="val 7407"/>
            </a:avLst>
          </a:prstGeom>
          <a:solidFill>
            <a:srgbClr val="EAF4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5112" y="4709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25112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901184" y="4690872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 Client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325112" y="5276088"/>
            <a:ext cx="2962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are tested end-to-end using Thunder Client inside VS Code.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EAF4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6517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APIs provide raw data that isn't always easy to understand.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6118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weather information in a simple, meaningful format.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70916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572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weather APIs give data without AI-based interpretation.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69164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697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solution combining weather data with AI-generated explanations and recommendations.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6576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WeatherWise API combines real-time weather data with AI processing to provide understandable weather summaries and recommendations.”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704088"/>
          </a:xfrm>
          <a:prstGeom prst="roundRect">
            <a:avLst>
              <a:gd name="adj" fmla="val 10390"/>
            </a:avLst>
          </a:prstGeom>
          <a:solidFill>
            <a:srgbClr val="EA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6080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608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37360"/>
            <a:ext cx="4343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functional weather-based REST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257800" cy="704088"/>
          </a:xfrm>
          <a:prstGeom prst="roundRect">
            <a:avLst>
              <a:gd name="adj" fmla="val 10390"/>
            </a:avLst>
          </a:prstGeom>
          <a:solidFill>
            <a:srgbClr val="EAF4FA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186080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45352" y="18608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93992" y="1737360"/>
            <a:ext cx="4343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weather information using OpenWeather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5257800" cy="704088"/>
          </a:xfrm>
          <a:prstGeom prst="roundRect">
            <a:avLst>
              <a:gd name="adj" fmla="val 10390"/>
            </a:avLst>
          </a:prstGeom>
          <a:solidFill>
            <a:srgbClr val="EAF4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8117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28117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688336"/>
            <a:ext cx="4343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user registration and login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2688336"/>
            <a:ext cx="5257800" cy="704088"/>
          </a:xfrm>
          <a:prstGeom prst="roundRect">
            <a:avLst>
              <a:gd name="adj" fmla="val 10390"/>
            </a:avLst>
          </a:prstGeom>
          <a:solidFill>
            <a:srgbClr val="EAF4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5352" y="28117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45352" y="28117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93992" y="2688336"/>
            <a:ext cx="4343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application with MongoDB Atlas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5257800" cy="704088"/>
          </a:xfrm>
          <a:prstGeom prst="roundRect">
            <a:avLst>
              <a:gd name="adj" fmla="val 10390"/>
            </a:avLst>
          </a:prstGeom>
          <a:solidFill>
            <a:srgbClr val="EAF4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76275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37627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639312"/>
            <a:ext cx="4343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Gemini AI for weather summaries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3639312"/>
            <a:ext cx="5257800" cy="704088"/>
          </a:xfrm>
          <a:prstGeom prst="roundRect">
            <a:avLst>
              <a:gd name="adj" fmla="val 10390"/>
            </a:avLst>
          </a:prstGeom>
          <a:solidFill>
            <a:srgbClr val="EAF4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5352" y="376275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45352" y="37627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3639312"/>
            <a:ext cx="4343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AI-based weather recommendations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590288"/>
            <a:ext cx="5257800" cy="704088"/>
          </a:xfrm>
          <a:prstGeom prst="roundRect">
            <a:avLst>
              <a:gd name="adj" fmla="val 10390"/>
            </a:avLst>
          </a:prstGeom>
          <a:solidFill>
            <a:srgbClr val="EAF4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71373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7137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4590288"/>
            <a:ext cx="4343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API endpoints using Thunder Client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80760" y="4590288"/>
            <a:ext cx="5257800" cy="704088"/>
          </a:xfrm>
          <a:prstGeom prst="roundRect">
            <a:avLst>
              <a:gd name="adj" fmla="val 10390"/>
            </a:avLst>
          </a:prstGeom>
          <a:solidFill>
            <a:srgbClr val="EAF4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245352" y="471373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45352" y="47137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793992" y="4590288"/>
            <a:ext cx="4343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completed project to GitHub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0848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162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5292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20040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4274820" y="20848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7482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85292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320040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development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7018020" y="20848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1802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285292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320040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9761220" y="20848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6122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887968" y="285292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87968" y="320040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1531620" y="40965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531620" y="4096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486460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21208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3840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4274820" y="40965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274820" y="4096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3401568" y="486460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401568" y="521208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3840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7018020" y="40965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018020" y="4096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6144768" y="486460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 Client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144768" y="521208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778240" y="384048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40" name="Shape 38"/>
          <p:cNvSpPr/>
          <p:nvPr/>
        </p:nvSpPr>
        <p:spPr>
          <a:xfrm>
            <a:off x="9761220" y="40965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761220" y="4096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600" dirty="0"/>
          </a:p>
        </p:txBody>
      </p:sp>
      <p:sp>
        <p:nvSpPr>
          <p:cNvPr id="42" name="Text 40"/>
          <p:cNvSpPr txBox="1"/>
          <p:nvPr/>
        </p:nvSpPr>
        <p:spPr>
          <a:xfrm>
            <a:off x="8887968" y="486460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887968" y="5212080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Development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83794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13432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source code from the Nan Mudhalvan team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16916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65576" y="183794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65576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2313432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project files into the WeatherWise API folder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16916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183794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36208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313432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the project in Visual Studio 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60536" y="16916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183794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06840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313432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the project and environment variables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82112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3328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" y="3803904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MongoDB Atlas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9272" y="3182112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65576" y="3328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65576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65576" y="3803904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Obtained and configured the OpenWeather API key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9904" y="3182112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6208" y="3328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36208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3803904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Gemini API key via Google AI Studio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60536" y="3182112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0" y="3328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0684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006840" y="3803904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required services to the backend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672584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" y="48188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94944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" y="5294376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dependencies using npm install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19272" y="4672584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65576" y="48188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465576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3465576" y="5294376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the application using npm run dev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89904" y="4672584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6208" y="48188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236208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236208" y="5294376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APIs using Thunder Client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860536" y="4672584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06840" y="48188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006840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9006840" y="5294376"/>
            <a:ext cx="2359152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the completed project to GitHub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Project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47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configuration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76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505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7797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5409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handling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021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9867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611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590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864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and AI service logic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1937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 / server.js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681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configuration and server execution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73368" y="1527048"/>
            <a:ext cx="5221224" cy="4855464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25000"/>
              </a:srgbClr>
            </a:outerShdw>
          </a:effectLst>
        </p:spPr>
      </p:sp>
      <p:pic>
        <p:nvPicPr>
          <p:cNvPr id="26" name="Image 0" descr="/home/claude/assets/IMG-20260925-WA00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600200"/>
            <a:ext cx="5074920" cy="47091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Services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EA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105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3055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database, connected via MongoDB/Mongoose, used for storing application 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08376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EA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272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4728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temperature, humidity, wind speed and weather condition for any city.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394960" cy="1170432"/>
          </a:xfrm>
          <a:prstGeom prst="roundRect">
            <a:avLst>
              <a:gd name="adj" fmla="val 7031"/>
            </a:avLst>
          </a:prstGeom>
          <a:solidFill>
            <a:srgbClr val="EAF4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50799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4439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(Google AI Studio)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64024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AI-based weather summaries and recommendations.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660136"/>
            <a:ext cx="5394960" cy="475488"/>
          </a:xfrm>
          <a:prstGeom prst="roundRect">
            <a:avLst>
              <a:gd name="adj" fmla="val 13462"/>
            </a:avLst>
          </a:prstGeom>
          <a:solidFill>
            <a:srgbClr val="B85042">
              <a:alpha val="15000"/>
            </a:srgbClr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5660136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API keys, passwords and DB credentials are hidden from this presentation.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73368" y="1618488"/>
            <a:ext cx="5221224" cy="4581144"/>
          </a:xfrm>
          <a:prstGeom prst="roundRect">
            <a:avLst>
              <a:gd name="adj" fmla="val 1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25000"/>
              </a:srgbClr>
            </a:outerShdw>
          </a:effectLst>
        </p:spPr>
      </p:sp>
      <p:pic>
        <p:nvPicPr>
          <p:cNvPr id="22" name="Image 0" descr="/home/claude/assets/IMG-20260925-WA00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691640"/>
            <a:ext cx="5074920" cy="4434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446520" y="619963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db.js — MongoDB connection configuration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APP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executed using Visual Studio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742389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2057400"/>
            <a:ext cx="1596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Project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19045" y="2057400"/>
            <a:ext cx="1742389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92197" y="2057400"/>
            <a:ext cx="1596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APIs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9450" y="2057400"/>
            <a:ext cx="1742389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2602" y="2057400"/>
            <a:ext cx="1596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9856" y="2057400"/>
            <a:ext cx="1742389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33008" y="2057400"/>
            <a:ext cx="1596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30261" y="2057400"/>
            <a:ext cx="1742389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03413" y="2057400"/>
            <a:ext cx="1596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Started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900666" y="2057400"/>
            <a:ext cx="1742389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73818" y="2057400"/>
            <a:ext cx="159608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Commands Used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0332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370332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48056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development server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448056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320040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065A82">
              <a:alpha val="6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3200400"/>
            <a:ext cx="4617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“After configuring the project, we installed all required dependencies using npm install and started the development server using npm run dev.”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49928" y="1691640"/>
            <a:ext cx="3291840" cy="594360"/>
          </a:xfrm>
          <a:prstGeom prst="roundRect">
            <a:avLst>
              <a:gd name="adj" fmla="val 1384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449928" y="1691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API TESTER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5848" y="2286000"/>
            <a:ext cx="0" cy="36576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92728" y="2651760"/>
            <a:ext cx="4206240" cy="594360"/>
          </a:xfrm>
          <a:prstGeom prst="roundRect">
            <a:avLst>
              <a:gd name="adj" fmla="val 13846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92728" y="26517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48" y="3246120"/>
            <a:ext cx="0" cy="22860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5448" y="3474720"/>
            <a:ext cx="640080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5448" y="3474720"/>
            <a:ext cx="0" cy="22860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23848" y="370332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848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95848" y="3474720"/>
            <a:ext cx="0" cy="22860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4248" y="370332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24248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96248" y="3474720"/>
            <a:ext cx="0" cy="22860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4648" y="370332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24648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895448" y="4297680"/>
            <a:ext cx="0" cy="22860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4297680"/>
            <a:ext cx="0" cy="22860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6248" y="4297680"/>
            <a:ext cx="0" cy="22860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95448" y="4526280"/>
            <a:ext cx="640080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5848" y="4526280"/>
            <a:ext cx="0" cy="22860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2808" y="4754880"/>
            <a:ext cx="2926080" cy="594360"/>
          </a:xfrm>
          <a:prstGeom prst="roundRect">
            <a:avLst>
              <a:gd name="adj" fmla="val 13846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32808" y="4754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Flow:  Request &gt; Backend &gt; External Services &gt; Processing &gt; Response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Using Thunder Client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Thunder Client in Visual Studio Code to test every backend API.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3134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0632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593592" y="23134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93592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92624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5584" y="23134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15584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4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Weather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14616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8037576" y="23134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37576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06056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Summary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36608" y="2148840"/>
            <a:ext cx="2084832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9568" y="23134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59568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28048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API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Process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" y="411480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063240" y="411480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383280" y="411480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56432" y="411480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Request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411480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17920" y="411480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91072" y="411480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Response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732520" y="411480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052560" y="411480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25712" y="411480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Status &amp; Data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5212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API functions were tested individually using Thunder Client, and each response was verified for correct status codes and data.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&amp; Login API 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EA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API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019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created via POST request — 201 Created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5404104" cy="3529584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25000"/>
              </a:srgbClr>
            </a:outerShdw>
          </a:effectLst>
        </p:spPr>
      </p:sp>
      <p:pic>
        <p:nvPicPr>
          <p:cNvPr id="10" name="Image 0" descr="/home/claude/assets/IMG-20260925-WA00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2606040"/>
            <a:ext cx="5257800" cy="3383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0" y="155448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EAF4FA"/>
          </a:solidFill>
          <a:ln/>
        </p:spPr>
      </p:sp>
      <p:sp>
        <p:nvSpPr>
          <p:cNvPr id="12" name="Shape 9"/>
          <p:cNvSpPr/>
          <p:nvPr/>
        </p:nvSpPr>
        <p:spPr>
          <a:xfrm>
            <a:off x="6382512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82512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API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19019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verified, auth token returned — 200 OK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2532888"/>
            <a:ext cx="5404104" cy="3529584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25000"/>
              </a:srgbClr>
            </a:outerShdw>
          </a:effectLst>
        </p:spPr>
      </p:sp>
      <p:pic>
        <p:nvPicPr>
          <p:cNvPr id="17" name="Image 1" descr="/home/claude/assets/IMG-20260925-WA000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2606040"/>
            <a:ext cx="5257800" cy="33832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Weather API 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/api/weather/chennai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fields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8895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7614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3467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186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8039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75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2611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33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7183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590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EAF4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54132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5413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257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OK — structured weather data returned successfully for Chennai.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27648" y="1527048"/>
            <a:ext cx="5266944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25000"/>
              </a:srgbClr>
            </a:outerShdw>
          </a:effectLst>
        </p:spPr>
      </p:sp>
      <p:pic>
        <p:nvPicPr>
          <p:cNvPr id="22" name="Image 0" descr="/home/claude/assets/IMG-20260925-WA00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600200"/>
            <a:ext cx="5120640" cy="4572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Weather Summary &amp; Recommendation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adds an AI layer on top of raw weather information.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Summary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weather data into an easy-to-understand summary, helping users grasp current conditions instantly.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2128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available weather information to generate a practical, context-aware recommendation.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Workflow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443484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443484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7560" y="443484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10712" y="443484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Processing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443484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443484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99632" y="443484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Summary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443484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15400" y="443484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88552" y="443484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weather information is processed using Gemini AI and returned through our API as a clear summary and recommendation.”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Testing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755648"/>
            <a:ext cx="5669280" cy="384048"/>
          </a:xfrm>
          <a:prstGeom prst="roundRect">
            <a:avLst>
              <a:gd name="adj" fmla="val 16667"/>
            </a:avLst>
          </a:prstGeom>
          <a:solidFill>
            <a:srgbClr val="EAF4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175564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" y="2157984"/>
            <a:ext cx="0" cy="201168"/>
          </a:xfrm>
          <a:prstGeom prst="line">
            <a:avLst/>
          </a:prstGeom>
          <a:noFill/>
          <a:ln w="25400">
            <a:solidFill>
              <a:srgbClr val="CFE8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915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59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2377440"/>
            <a:ext cx="5669280" cy="384048"/>
          </a:xfrm>
          <a:prstGeom prst="roundRect">
            <a:avLst>
              <a:gd name="adj" fmla="val 16667"/>
            </a:avLst>
          </a:prstGeom>
          <a:solidFill>
            <a:srgbClr val="EAF4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23774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" y="2779776"/>
            <a:ext cx="0" cy="201168"/>
          </a:xfrm>
          <a:prstGeom prst="line">
            <a:avLst/>
          </a:prstGeom>
          <a:noFill/>
          <a:ln w="25400">
            <a:solidFill>
              <a:srgbClr val="CFE8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809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80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2999232"/>
            <a:ext cx="5669280" cy="384048"/>
          </a:xfrm>
          <a:prstGeom prst="roundRect">
            <a:avLst>
              <a:gd name="adj" fmla="val 16667"/>
            </a:avLst>
          </a:prstGeom>
          <a:solidFill>
            <a:srgbClr val="EAF4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25880" y="299923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City Weather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8952" y="3401568"/>
            <a:ext cx="0" cy="201168"/>
          </a:xfrm>
          <a:prstGeom prst="line">
            <a:avLst/>
          </a:prstGeom>
          <a:noFill/>
          <a:ln w="25400">
            <a:solidFill>
              <a:srgbClr val="CFE8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0273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6027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" y="3621024"/>
            <a:ext cx="5669280" cy="384048"/>
          </a:xfrm>
          <a:prstGeom prst="roundRect">
            <a:avLst>
              <a:gd name="adj" fmla="val 16667"/>
            </a:avLst>
          </a:prstGeom>
          <a:solidFill>
            <a:srgbClr val="EAF4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25880" y="362102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Weather Data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" y="4023360"/>
            <a:ext cx="0" cy="201168"/>
          </a:xfrm>
          <a:prstGeom prst="line">
            <a:avLst/>
          </a:prstGeom>
          <a:noFill/>
          <a:ln w="25400">
            <a:solidFill>
              <a:srgbClr val="CFE8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2452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24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43000" y="4242816"/>
            <a:ext cx="5669280" cy="384048"/>
          </a:xfrm>
          <a:prstGeom prst="roundRect">
            <a:avLst>
              <a:gd name="adj" fmla="val 16667"/>
            </a:avLst>
          </a:prstGeom>
          <a:solidFill>
            <a:srgbClr val="EAF4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325880" y="424281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Weather Summary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58952" y="4645152"/>
            <a:ext cx="0" cy="201168"/>
          </a:xfrm>
          <a:prstGeom prst="line">
            <a:avLst/>
          </a:prstGeom>
          <a:noFill/>
          <a:ln w="25400">
            <a:solidFill>
              <a:srgbClr val="CFE8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8463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846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43000" y="4864608"/>
            <a:ext cx="5669280" cy="384048"/>
          </a:xfrm>
          <a:prstGeom prst="roundRect">
            <a:avLst>
              <a:gd name="adj" fmla="val 16667"/>
            </a:avLst>
          </a:prstGeom>
          <a:solidFill>
            <a:srgbClr val="EAF4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325880" y="486460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Recommendation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58952" y="5266944"/>
            <a:ext cx="0" cy="201168"/>
          </a:xfrm>
          <a:prstGeom prst="line">
            <a:avLst/>
          </a:prstGeom>
          <a:noFill/>
          <a:ln w="25400">
            <a:solidFill>
              <a:srgbClr val="CFE8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46811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5468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43000" y="5486400"/>
            <a:ext cx="5669280" cy="384048"/>
          </a:xfrm>
          <a:prstGeom prst="roundRect">
            <a:avLst>
              <a:gd name="adj" fmla="val 16667"/>
            </a:avLst>
          </a:prstGeom>
          <a:solidFill>
            <a:srgbClr val="EAF4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325880" y="54864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Response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0" y="1737360"/>
            <a:ext cx="4297680" cy="438912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63524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Thunder Client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635240" y="2971800"/>
            <a:ext cx="3657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3524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635240" y="3474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API functions were tested individually and their responses were verified for correctness.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source code was uploaded to GitHub.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5000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provides version control for the project.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12724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00837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contains the backend source code and project files.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78561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6674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can be used for sharing and future development.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166360" cy="502920"/>
          </a:xfrm>
          <a:prstGeom prst="roundRect">
            <a:avLst>
              <a:gd name="adj" fmla="val 12727"/>
            </a:avLst>
          </a:prstGeom>
          <a:solidFill>
            <a:srgbClr val="B85042">
              <a:alpha val="15000"/>
            </a:srgbClr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572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.env and API keys are kept out of the public repository.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81928" y="1664208"/>
            <a:ext cx="5358384" cy="4123944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430">
                <a:alpha val="25000"/>
              </a:srgbClr>
            </a:outerShdw>
          </a:effectLst>
        </p:spPr>
      </p:sp>
      <p:pic>
        <p:nvPicPr>
          <p:cNvPr id="15" name="Image 0" descr="/home/claude/assets/IMG-20260925-WA00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737360"/>
            <a:ext cx="5212080" cy="39776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355080" y="58704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AI-WeatherWise-API-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367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set up and executed the backend project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6367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connected MongoDB Atlas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317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integrated OpenWeather API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3865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3317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integrated Gemini AI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081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02666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tested user registration and login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815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081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02666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retrieved city weather information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764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72160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AI-based weather summary and recommendation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37764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776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72160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API responses using Thunder Client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714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4471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41655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the completed project to GitHub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38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web or mobile interface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7373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53128" y="1938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3128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260604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weather forecasts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6448" y="19385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56448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56448" y="260604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alerts and notifications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5387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538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20624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location-based weather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33375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53128" y="35387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53128" y="3538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453128" y="420624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AI recommendations with more context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33375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56448" y="35387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56448" y="3538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156448" y="420624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API testing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51389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" y="5138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580644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 a cloud platform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development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60520" y="173736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737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 integration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0" y="173736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09560" y="1737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4048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2404872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24048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2404872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09560" y="24048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7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07238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 management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448056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WeatherWise API combines weather information with AI-generated summaries and recommendations to provide meaningful and understandable weather insights.”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931920"/>
            <a:ext cx="4389120" cy="438912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0" y="39319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WEATHERWISE API  ·  DEPARTMENT OF BCA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Kruthi   ·   Divya Darshini   ·   Hemalatha   ·   Divya 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2026-09-25T05:36:18Z</dcterms:created>
  <dcterms:modified xsi:type="dcterms:W3CDTF">2026-09-25T05:36:18Z</dcterms:modified>
</cp:coreProperties>
</file>